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0"/>
  </p:handoutMasterIdLst>
  <p:sldIdLst>
    <p:sldId id="2630" r:id="rId3"/>
    <p:sldId id="2665" r:id="rId4"/>
    <p:sldId id="2666" r:id="rId6"/>
    <p:sldId id="2673" r:id="rId7"/>
    <p:sldId id="2674" r:id="rId8"/>
    <p:sldId id="2675" r:id="rId9"/>
  </p:sldIdLst>
  <p:sldSz cx="12192000" cy="6858000"/>
  <p:notesSz cx="6798945" cy="9929495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071"/>
    <a:srgbClr val="BE1E20"/>
    <a:srgbClr val="F0F2F2"/>
    <a:srgbClr val="F2F4F4"/>
    <a:srgbClr val="EEF0F0"/>
    <a:srgbClr val="F2F2F2"/>
    <a:srgbClr val="F2E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0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5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835" cy="498185"/>
          </a:xfrm>
          <a:prstGeom prst="rect">
            <a:avLst/>
          </a:prstGeom>
        </p:spPr>
        <p:txBody>
          <a:bodyPr vert="horz" lIns="93727" tIns="46863" rIns="93727" bIns="46863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891" y="1"/>
            <a:ext cx="2945835" cy="498185"/>
          </a:xfrm>
          <a:prstGeom prst="rect">
            <a:avLst/>
          </a:prstGeom>
        </p:spPr>
        <p:txBody>
          <a:bodyPr vert="horz" lIns="93727" tIns="46863" rIns="93727" bIns="46863" rtlCol="0"/>
          <a:lstStyle>
            <a:lvl1pPr algn="r">
              <a:defRPr sz="1300"/>
            </a:lvl1pPr>
          </a:lstStyle>
          <a:p>
            <a:fld id="{7FA5411B-3412-4D5B-AD2F-C2516BF571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31628"/>
            <a:ext cx="2945835" cy="498185"/>
          </a:xfrm>
          <a:prstGeom prst="rect">
            <a:avLst/>
          </a:prstGeom>
        </p:spPr>
        <p:txBody>
          <a:bodyPr vert="horz" lIns="93727" tIns="46863" rIns="93727" bIns="46863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891" y="9431628"/>
            <a:ext cx="2945835" cy="498185"/>
          </a:xfrm>
          <a:prstGeom prst="rect">
            <a:avLst/>
          </a:prstGeom>
        </p:spPr>
        <p:txBody>
          <a:bodyPr vert="horz" lIns="93727" tIns="46863" rIns="93727" bIns="46863" rtlCol="0" anchor="b"/>
          <a:lstStyle>
            <a:lvl1pPr algn="r">
              <a:defRPr sz="1300"/>
            </a:lvl1pPr>
          </a:lstStyle>
          <a:p>
            <a:fld id="{C2695251-656D-4BFF-B043-9178750A87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348" cy="498215"/>
          </a:xfrm>
          <a:prstGeom prst="rect">
            <a:avLst/>
          </a:prstGeom>
        </p:spPr>
        <p:txBody>
          <a:bodyPr vert="horz" lIns="95584" tIns="47791" rIns="95584" bIns="4779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1" y="1"/>
            <a:ext cx="2946348" cy="498215"/>
          </a:xfrm>
          <a:prstGeom prst="rect">
            <a:avLst/>
          </a:prstGeom>
        </p:spPr>
        <p:txBody>
          <a:bodyPr vert="horz" lIns="95584" tIns="47791" rIns="95584" bIns="47791" rtlCol="0"/>
          <a:lstStyle>
            <a:lvl1pPr algn="r">
              <a:defRPr sz="1300"/>
            </a:lvl1pPr>
          </a:lstStyle>
          <a:p>
            <a:fld id="{EBA10A99-607D-4B2A-AC98-6C4D23549C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84" tIns="47791" rIns="95584" bIns="47791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5584" tIns="47791" rIns="95584" bIns="47791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8" cy="498214"/>
          </a:xfrm>
          <a:prstGeom prst="rect">
            <a:avLst/>
          </a:prstGeom>
        </p:spPr>
        <p:txBody>
          <a:bodyPr vert="horz" lIns="95584" tIns="47791" rIns="95584" bIns="47791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1" y="9431599"/>
            <a:ext cx="2946348" cy="498214"/>
          </a:xfrm>
          <a:prstGeom prst="rect">
            <a:avLst/>
          </a:prstGeom>
        </p:spPr>
        <p:txBody>
          <a:bodyPr vert="horz" lIns="95584" tIns="47791" rIns="95584" bIns="47791" rtlCol="0" anchor="b"/>
          <a:lstStyle>
            <a:lvl1pPr algn="r">
              <a:defRPr sz="1300"/>
            </a:lvl1pPr>
          </a:lstStyle>
          <a:p>
            <a:fld id="{E8DFBBF6-F7A4-445C-9413-B9061C0BCA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2301945" y="3819973"/>
            <a:ext cx="7588119" cy="745067"/>
          </a:xfrm>
          <a:prstGeom prst="rect">
            <a:avLst/>
          </a:prstGeom>
        </p:spPr>
        <p:txBody>
          <a:bodyPr rIns="0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ileron Bold" panose="00000400000000000000" pitchFamily="50" charset="0"/>
                <a:ea typeface="Aileron Bold" panose="00000400000000000000" pitchFamily="50" charset="0"/>
                <a:cs typeface="Aileron Bold" panose="00000400000000000000" pitchFamily="50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cxnSp>
        <p:nvCxnSpPr>
          <p:cNvPr id="30" name="Straight Connector 29"/>
          <p:cNvCxnSpPr/>
          <p:nvPr userDrawn="1"/>
        </p:nvCxnSpPr>
        <p:spPr>
          <a:xfrm flipH="1">
            <a:off x="-47850" y="-42420"/>
            <a:ext cx="2121747" cy="2929179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 flipH="1">
            <a:off x="490196" y="-131"/>
            <a:ext cx="1082295" cy="6858131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 userDrawn="1"/>
        </p:nvCxnSpPr>
        <p:spPr>
          <a:xfrm flipH="1">
            <a:off x="10894705" y="3795863"/>
            <a:ext cx="1345147" cy="3062140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 userDrawn="1"/>
        </p:nvCxnSpPr>
        <p:spPr>
          <a:xfrm flipH="1">
            <a:off x="9389101" y="4572615"/>
            <a:ext cx="2850753" cy="2285388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775517" y="6541869"/>
            <a:ext cx="6640975" cy="316129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b="0" i="0">
                <a:solidFill>
                  <a:schemeClr val="tx1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  <a:lvl2pPr>
              <a:defRPr sz="935">
                <a:solidFill>
                  <a:schemeClr val="bg1"/>
                </a:solidFill>
              </a:defRPr>
            </a:lvl2pPr>
            <a:lvl3pPr>
              <a:defRPr sz="935">
                <a:solidFill>
                  <a:schemeClr val="bg1"/>
                </a:solidFill>
              </a:defRPr>
            </a:lvl3pPr>
            <a:lvl4pPr>
              <a:defRPr sz="935">
                <a:solidFill>
                  <a:schemeClr val="bg1"/>
                </a:solidFill>
              </a:defRPr>
            </a:lvl4pPr>
            <a:lvl5pPr>
              <a:defRPr sz="93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Privileged &amp; Confidential — Month 2025</a:t>
            </a:r>
            <a:endParaRPr lang="en-US" dirty="0"/>
          </a:p>
        </p:txBody>
      </p:sp>
      <p:pic>
        <p:nvPicPr>
          <p:cNvPr id="2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5190" y="2783002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2301945" y="3819973"/>
            <a:ext cx="7588119" cy="745067"/>
          </a:xfrm>
          <a:prstGeom prst="rect">
            <a:avLst/>
          </a:prstGeom>
        </p:spPr>
        <p:txBody>
          <a:bodyPr rIns="0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775517" y="6541869"/>
            <a:ext cx="6640975" cy="316129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b="0" i="0">
                <a:solidFill>
                  <a:schemeClr val="tx1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  <a:lvl2pPr>
              <a:defRPr sz="935">
                <a:solidFill>
                  <a:schemeClr val="bg1"/>
                </a:solidFill>
              </a:defRPr>
            </a:lvl2pPr>
            <a:lvl3pPr>
              <a:defRPr sz="935">
                <a:solidFill>
                  <a:schemeClr val="bg1"/>
                </a:solidFill>
              </a:defRPr>
            </a:lvl3pPr>
            <a:lvl4pPr>
              <a:defRPr sz="935">
                <a:solidFill>
                  <a:schemeClr val="bg1"/>
                </a:solidFill>
              </a:defRPr>
            </a:lvl4pPr>
            <a:lvl5pPr>
              <a:defRPr sz="93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Privileged &amp; Confidential — Month 2025</a:t>
            </a:r>
            <a:endParaRPr lang="en-US" dirty="0"/>
          </a:p>
        </p:txBody>
      </p:sp>
      <p:pic>
        <p:nvPicPr>
          <p:cNvPr id="4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5190" y="2783002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101600" dist="63500" dir="8100000" algn="tr" rotWithShape="0">
              <a:prstClr val="black">
                <a:alpha val="25000"/>
              </a:prstClr>
            </a:outerShdw>
          </a:effectLst>
        </p:spPr>
      </p:pic>
      <p:pic>
        <p:nvPicPr>
          <p:cNvPr id="2" name="图像" descr="图像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5190" y="2782367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2775514" y="3857673"/>
            <a:ext cx="664097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2775517" y="6459663"/>
            <a:ext cx="664097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75512" y="3943197"/>
            <a:ext cx="6640976" cy="745067"/>
          </a:xfrm>
          <a:prstGeom prst="rect">
            <a:avLst/>
          </a:prstGeom>
        </p:spPr>
        <p:txBody>
          <a:bodyPr lIns="0" rIns="0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775517" y="6541869"/>
            <a:ext cx="6640975" cy="316129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b="0" i="0">
                <a:solidFill>
                  <a:schemeClr val="tx1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  <a:lvl2pPr>
              <a:defRPr sz="935">
                <a:solidFill>
                  <a:schemeClr val="bg1"/>
                </a:solidFill>
              </a:defRPr>
            </a:lvl2pPr>
            <a:lvl3pPr>
              <a:defRPr sz="935">
                <a:solidFill>
                  <a:schemeClr val="bg1"/>
                </a:solidFill>
              </a:defRPr>
            </a:lvl3pPr>
            <a:lvl4pPr>
              <a:defRPr sz="935">
                <a:solidFill>
                  <a:schemeClr val="bg1"/>
                </a:solidFill>
              </a:defRPr>
            </a:lvl4pPr>
            <a:lvl5pPr>
              <a:defRPr sz="93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Privileged &amp; Confidential — Month 2025</a:t>
            </a:r>
            <a:endParaRPr lang="en-US" dirty="0"/>
          </a:p>
        </p:txBody>
      </p:sp>
      <p:pic>
        <p:nvPicPr>
          <p:cNvPr id="3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5190" y="2783002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 flipH="1" flipV="1">
            <a:off x="-47849" y="4153915"/>
            <a:ext cx="2399937" cy="2725300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-34795" y="2772871"/>
            <a:ext cx="524990" cy="4085129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flipH="1">
            <a:off x="11520072" y="2772871"/>
            <a:ext cx="719781" cy="4106340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 flipH="1">
            <a:off x="9397553" y="4352633"/>
            <a:ext cx="2888867" cy="2526579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2522088" y="1915584"/>
            <a:ext cx="7147824" cy="4510616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300355" indent="-300355" algn="just">
              <a:buSzPct val="8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762000" indent="-304800" algn="ctr">
              <a:buSzPct val="80000"/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9144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13716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18288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0"/>
            <a:r>
              <a:rPr lang="en-US" dirty="0"/>
              <a:t>Second Section Title</a:t>
            </a:r>
            <a:endParaRPr lang="en-US" dirty="0"/>
          </a:p>
          <a:p>
            <a:pPr lvl="0"/>
            <a:r>
              <a:rPr lang="en-US" dirty="0"/>
              <a:t>Third Section Title</a:t>
            </a:r>
            <a:endParaRPr lang="en-US" dirty="0"/>
          </a:p>
          <a:p>
            <a:pPr lvl="0"/>
            <a:r>
              <a:rPr lang="en-US" dirty="0"/>
              <a:t>Fourth Section Title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164652" y="342648"/>
            <a:ext cx="1862705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2400" spc="133" baseline="0" dirty="0">
                <a:solidFill>
                  <a:schemeClr val="tx1"/>
                </a:solidFill>
                <a:latin typeface="Aileron Bold" panose="00000400000000000000" pitchFamily="50" charset="0"/>
                <a:ea typeface="Facto" charset="0"/>
                <a:cs typeface="Facto" charset="0"/>
              </a:rPr>
              <a:t>AGENDA</a:t>
            </a:r>
            <a:endParaRPr lang="en-GB" sz="2400" spc="133" baseline="0" dirty="0">
              <a:solidFill>
                <a:schemeClr val="tx1"/>
              </a:solidFill>
              <a:latin typeface="Aileron Bold" panose="00000400000000000000" pitchFamily="50" charset="0"/>
              <a:ea typeface="Facto" charset="0"/>
              <a:cs typeface="Facto" charset="0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2273304" y="962321"/>
            <a:ext cx="759883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2273304" y="6426200"/>
            <a:ext cx="759883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2273304" y="1205021"/>
            <a:ext cx="7598833" cy="4978481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300355" indent="-300355" algn="ctr">
              <a:buSzPct val="8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762000" indent="-304800" algn="ctr">
              <a:buSzPct val="80000"/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9144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13716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1828800" indent="0">
              <a:buSzPct val="80000"/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0"/>
            <a:r>
              <a:rPr lang="en-US" dirty="0"/>
              <a:t>Second Section Title</a:t>
            </a:r>
            <a:endParaRPr lang="en-US" dirty="0"/>
          </a:p>
          <a:p>
            <a:pPr lvl="0"/>
            <a:r>
              <a:rPr lang="en-US" dirty="0"/>
              <a:t>Third Section Title</a:t>
            </a:r>
            <a:endParaRPr lang="en-US" dirty="0"/>
          </a:p>
          <a:p>
            <a:pPr lvl="0"/>
            <a:r>
              <a:rPr lang="en-US" dirty="0"/>
              <a:t>Fourth 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164649" y="342648"/>
            <a:ext cx="1862705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2400" spc="133" baseline="0" dirty="0">
                <a:solidFill>
                  <a:schemeClr val="tx1"/>
                </a:solidFill>
                <a:latin typeface="Aileron Bold" panose="00000400000000000000" pitchFamily="50" charset="0"/>
                <a:ea typeface="Facto" charset="0"/>
                <a:cs typeface="Facto" charset="0"/>
              </a:rPr>
              <a:t>AGENDA</a:t>
            </a:r>
            <a:endParaRPr lang="en-GB" sz="2400" spc="133" baseline="0" dirty="0">
              <a:solidFill>
                <a:schemeClr val="tx1"/>
              </a:solidFill>
              <a:latin typeface="Aileron Bold" panose="00000400000000000000" pitchFamily="50" charset="0"/>
              <a:ea typeface="Facto" charset="0"/>
              <a:cs typeface="Facto" charset="0"/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text siz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356788" y="759786"/>
            <a:ext cx="9478433" cy="883113"/>
          </a:xfrm>
          <a:prstGeom prst="rect">
            <a:avLst/>
          </a:prstGeom>
        </p:spPr>
        <p:txBody>
          <a:bodyPr rIns="0" anchor="ctr" anchorCtr="0">
            <a:normAutofit/>
          </a:bodyPr>
          <a:lstStyle>
            <a:lvl1pPr algn="ctr">
              <a:defRPr sz="3200" b="0" i="0">
                <a:solidFill>
                  <a:schemeClr val="tx1"/>
                </a:solidFill>
                <a:latin typeface="Aileron Bold" panose="00000400000000000000" pitchFamily="50" charset="0"/>
                <a:ea typeface="Aileron Bold" panose="00000400000000000000" pitchFamily="50" charset="0"/>
                <a:cs typeface="Aileron Bold" panose="00000400000000000000" pitchFamily="50" charset="0"/>
              </a:defRPr>
            </a:lvl1pPr>
          </a:lstStyle>
          <a:p>
            <a:r>
              <a:rPr lang="en-US" dirty="0"/>
              <a:t>Heading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56784" y="2101851"/>
            <a:ext cx="9478432" cy="61661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 Heading</a:t>
            </a:r>
            <a:endParaRPr lang="en-US" dirty="0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1356788" y="300834"/>
            <a:ext cx="9478433" cy="46328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algn="ctr">
              <a:defRPr sz="2135" b="1">
                <a:solidFill>
                  <a:srgbClr val="777779"/>
                </a:solidFill>
              </a:defRPr>
            </a:lvl2pPr>
            <a:lvl3pPr algn="ctr">
              <a:defRPr sz="2135" b="1">
                <a:solidFill>
                  <a:srgbClr val="777779"/>
                </a:solidFill>
              </a:defRPr>
            </a:lvl3pPr>
            <a:lvl4pPr algn="ctr">
              <a:defRPr sz="2135" b="1">
                <a:solidFill>
                  <a:srgbClr val="777779"/>
                </a:solidFill>
              </a:defRPr>
            </a:lvl4pPr>
            <a:lvl5pPr algn="ctr">
              <a:defRPr sz="2135" b="1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Chapter Heading 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356788" y="2718462"/>
            <a:ext cx="9478433" cy="3281647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 algn="ctr">
              <a:buNone/>
              <a:defRPr sz="1865">
                <a:solidFill>
                  <a:srgbClr val="777779"/>
                </a:solidFill>
              </a:defRPr>
            </a:lvl2pPr>
            <a:lvl3pPr marL="914400" indent="0" algn="ctr">
              <a:buNone/>
              <a:defRPr sz="1865">
                <a:solidFill>
                  <a:srgbClr val="777779"/>
                </a:solidFill>
              </a:defRPr>
            </a:lvl3pPr>
            <a:lvl4pPr marL="1371600" indent="0" algn="ctr">
              <a:buNone/>
              <a:defRPr sz="1865">
                <a:solidFill>
                  <a:srgbClr val="777779"/>
                </a:solidFill>
              </a:defRPr>
            </a:lvl4pPr>
            <a:lvl5pPr marL="1828800" indent="0" algn="ctr">
              <a:buNone/>
              <a:defRPr sz="186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Copy</a:t>
            </a:r>
            <a:endParaRPr lang="en-GB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356788" y="2633554"/>
            <a:ext cx="9478433" cy="66233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ileron Bold" panose="00000400000000000000" pitchFamily="50" charset="0"/>
                <a:ea typeface="Aileron Bold" panose="00000400000000000000" pitchFamily="50" charset="0"/>
                <a:cs typeface="Aileron Bold" panose="000004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56787" y="3295888"/>
            <a:ext cx="9478432" cy="46245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95392" y="1532206"/>
            <a:ext cx="110936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343" y="1797638"/>
            <a:ext cx="11085732" cy="4393600"/>
          </a:xfrm>
        </p:spPr>
        <p:txBody>
          <a:bodyPr>
            <a:normAutofit/>
          </a:bodyPr>
          <a:lstStyle>
            <a:lvl1pPr marL="180975" marR="0" indent="-18097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  <a:lvl2pPr marL="623570" marR="0" indent="-1663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>
                <a:solidFill>
                  <a:schemeClr val="tx1">
                    <a:lumMod val="75000"/>
                  </a:schemeClr>
                </a:solidFill>
                <a:latin typeface="Aileron Light" panose="00000400000000000000" pitchFamily="50" charset="0"/>
              </a:defRPr>
            </a:lvl2pPr>
            <a:lvl3pPr marL="1068070" marR="0" indent="-1536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>
                <a:solidFill>
                  <a:schemeClr val="tx1">
                    <a:lumMod val="75000"/>
                  </a:schemeClr>
                </a:solidFill>
                <a:latin typeface="Aileron Light" panose="00000400000000000000" pitchFamily="50" charset="0"/>
              </a:defRPr>
            </a:lvl3pPr>
            <a:lvl4pPr marL="1511300" marR="0" indent="-13970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>
                <a:solidFill>
                  <a:schemeClr val="tx1">
                    <a:lumMod val="75000"/>
                  </a:schemeClr>
                </a:solidFill>
                <a:latin typeface="Aileron Light" panose="00000400000000000000" pitchFamily="50" charset="0"/>
              </a:defRPr>
            </a:lvl4pPr>
            <a:lvl5pPr marL="1965325" marR="0" indent="-13652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>
                <a:solidFill>
                  <a:schemeClr val="tx1">
                    <a:lumMod val="75000"/>
                  </a:schemeClr>
                </a:solidFill>
                <a:latin typeface="Aileron Light" panose="00000400000000000000" pitchFamily="50" charset="0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>
            <a:lvl1pPr>
              <a:defRPr sz="2200" b="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  <p:pic>
        <p:nvPicPr>
          <p:cNvPr id="3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343" y="507654"/>
            <a:ext cx="2506329" cy="341989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5889" y="1797638"/>
            <a:ext cx="5230489" cy="4394100"/>
          </a:xfrm>
          <a:prstGeom prst="rect">
            <a:avLst/>
          </a:prstGeom>
        </p:spPr>
        <p:txBody>
          <a:bodyPr lIns="0" rIns="0"/>
          <a:lstStyle>
            <a:lvl1pPr marL="180975" marR="0" indent="-18097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1pPr>
            <a:lvl2pPr marL="623570" marR="0" indent="-1663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8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2pPr>
            <a:lvl3pPr marL="1068070" marR="0" indent="-1536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6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3pPr>
            <a:lvl4pPr marL="1511300" marR="0" indent="-13970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4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4pPr>
            <a:lvl5pPr marL="1965325" marR="0" indent="-13652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200" b="0" i="0" u="none" strike="noStrike" kern="0" cap="none" spc="0" normalizeH="0" baseline="0" noProof="0">
                <a:solidFill>
                  <a:schemeClr val="tx1"/>
                </a:solidFill>
                <a:sym typeface="Facto Light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cxnSp>
        <p:nvCxnSpPr>
          <p:cNvPr id="3" name="Straight Connector 11"/>
          <p:cNvCxnSpPr/>
          <p:nvPr userDrawn="1"/>
        </p:nvCxnSpPr>
        <p:spPr>
          <a:xfrm>
            <a:off x="595392" y="1532206"/>
            <a:ext cx="110936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>
            <a:lvl1pPr>
              <a:defRPr sz="2200" b="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6171681" y="1797638"/>
            <a:ext cx="5230489" cy="4394100"/>
          </a:xfrm>
          <a:prstGeom prst="rect">
            <a:avLst/>
          </a:prstGeom>
        </p:spPr>
        <p:txBody>
          <a:bodyPr lIns="0" rIns="0"/>
          <a:lstStyle>
            <a:lvl1pPr marL="180975" marR="0" indent="-18097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1pPr>
            <a:lvl2pPr marL="623570" marR="0" indent="-1663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8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2pPr>
            <a:lvl3pPr marL="1068070" marR="0" indent="-1536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6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3pPr>
            <a:lvl4pPr marL="1511300" marR="0" indent="-13970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4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4pPr>
            <a:lvl5pPr marL="1965325" marR="0" indent="-13652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200" b="0" i="0" u="none" strike="noStrike" kern="0" cap="none" spc="0" normalizeH="0" baseline="0" noProof="0">
                <a:solidFill>
                  <a:schemeClr val="tx1"/>
                </a:solidFill>
                <a:sym typeface="Facto Light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</p:txBody>
      </p:sp>
      <p:pic>
        <p:nvPicPr>
          <p:cNvPr id="6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343" y="507654"/>
            <a:ext cx="2506329" cy="341989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93962" y="2909494"/>
            <a:ext cx="4908113" cy="3233531"/>
          </a:xfrm>
          <a:prstGeom prst="rect">
            <a:avLst/>
          </a:prstGeom>
        </p:spPr>
        <p:txBody>
          <a:bodyPr lIns="0" rIns="0"/>
          <a:lstStyle>
            <a:lvl1pPr marL="180975" marR="0" indent="-18097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1pPr>
            <a:lvl2pPr marL="623570" marR="0" indent="-1663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8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2pPr>
            <a:lvl3pPr marL="1068070" marR="0" indent="-1536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6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3pPr>
            <a:lvl4pPr marL="1511300" marR="0" indent="-13970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400" b="0" i="0" u="none" strike="noStrike" kern="0" cap="none" spc="0" normalizeH="0" baseline="0" noProof="0">
                <a:solidFill>
                  <a:schemeClr val="tx1"/>
                </a:solidFill>
                <a:effectLst/>
                <a:uLnTx/>
                <a:uFillTx/>
                <a:sym typeface="Facto Light"/>
              </a:defRPr>
            </a:lvl4pPr>
            <a:lvl5pPr marL="1965325" marR="0" indent="-13652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1200" b="0" i="0" u="none" strike="noStrike" kern="0" cap="none" spc="0" normalizeH="0" baseline="0" noProof="0">
                <a:solidFill>
                  <a:schemeClr val="tx1"/>
                </a:solidFill>
                <a:sym typeface="Facto Light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93962" y="1803561"/>
            <a:ext cx="4908113" cy="887791"/>
          </a:xfrm>
        </p:spPr>
        <p:txBody>
          <a:bodyPr lIns="0" rIns="0" anchor="t" anchorCtr="0">
            <a:normAutofit/>
          </a:bodyPr>
          <a:lstStyle>
            <a:lvl1pPr marL="0" indent="0">
              <a:buNone/>
              <a:defRPr sz="2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cxnSp>
        <p:nvCxnSpPr>
          <p:cNvPr id="3" name="Straight Connector 11"/>
          <p:cNvCxnSpPr/>
          <p:nvPr userDrawn="1"/>
        </p:nvCxnSpPr>
        <p:spPr>
          <a:xfrm>
            <a:off x="595392" y="1532206"/>
            <a:ext cx="110936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>
            <a:lvl1pPr>
              <a:defRPr sz="2200" b="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6354966" y="2907757"/>
            <a:ext cx="4908113" cy="32335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180975" marR="0" indent="-18097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defRPr>
            </a:lvl1pPr>
            <a:lvl2pPr marL="623570" marR="0" indent="-1663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defRPr>
            </a:lvl2pPr>
            <a:lvl3pPr marL="1068070" marR="0" indent="-15367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defRPr>
            </a:lvl3pPr>
            <a:lvl4pPr marL="1511300" marR="0" indent="-139700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defRPr>
            </a:lvl4pPr>
            <a:lvl5pPr marL="1965325" marR="0" indent="-136525" algn="just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+mn-lt"/>
              <a:ea typeface="+mn-ea"/>
              <a:cs typeface="+mn-cs"/>
              <a:sym typeface="Facto Light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354966" y="1805298"/>
            <a:ext cx="4908113" cy="887791"/>
          </a:xfrm>
        </p:spPr>
        <p:txBody>
          <a:bodyPr lIns="0" rIns="0" anchor="t" anchorCtr="0">
            <a:normAutofit/>
          </a:bodyPr>
          <a:lstStyle>
            <a:lvl1pPr marL="0" indent="0">
              <a:buNone/>
              <a:defRPr sz="2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pic>
        <p:nvPicPr>
          <p:cNvPr id="6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343" y="507654"/>
            <a:ext cx="2506329" cy="341989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1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pic>
        <p:nvPicPr>
          <p:cNvPr id="5" name="图像" descr="图像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31457" y="574430"/>
            <a:ext cx="1825943" cy="249238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603344" y="379168"/>
            <a:ext cx="10798827" cy="639763"/>
          </a:xfrm>
        </p:spPr>
        <p:txBody>
          <a:bodyPr anchor="ctr">
            <a:normAutofit/>
          </a:bodyPr>
          <a:lstStyle>
            <a:lvl1pPr>
              <a:defRPr sz="2200" b="1">
                <a:solidFill>
                  <a:schemeClr val="tx1">
                    <a:lumMod val="75000"/>
                  </a:schemeClr>
                </a:solidFill>
                <a:latin typeface="Aileron Bold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Title &amp; Sub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31457" y="574430"/>
            <a:ext cx="1825943" cy="249238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1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03344" y="379168"/>
            <a:ext cx="10798827" cy="639763"/>
          </a:xfrm>
        </p:spPr>
        <p:txBody>
          <a:bodyPr anchor="ctr">
            <a:normAutofit/>
          </a:bodyPr>
          <a:lstStyle>
            <a:lvl1pPr>
              <a:defRPr sz="2200" b="1">
                <a:solidFill>
                  <a:schemeClr val="tx1">
                    <a:lumMod val="75000"/>
                  </a:schemeClr>
                </a:solidFill>
                <a:latin typeface="Aileron Bold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91798" y="1018887"/>
            <a:ext cx="6386023" cy="5228164"/>
          </a:xfrm>
          <a:prstGeom prst="rect">
            <a:avLst/>
          </a:prstGeom>
        </p:spPr>
        <p:txBody>
          <a:bodyPr>
            <a:normAutofit/>
          </a:bodyPr>
          <a:lstStyle>
            <a:lvl1pPr marL="180975" marR="0" indent="-180975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623570" marR="0" indent="-16637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2pPr>
            <a:lvl3pPr marL="1068070" marR="0" indent="-15367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3pPr>
            <a:lvl4pPr marL="1511300" marR="0" indent="-1397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4pPr>
            <a:lvl5pPr marL="1965325" marR="0" indent="-136525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 typeface="Facto Light"/>
              <a:buChar char="•"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Facto Light"/>
                <a:ea typeface="Facto Light"/>
                <a:cs typeface="Facto Light"/>
                <a:sym typeface="Facto Light"/>
              </a:rPr>
              <a:t>Body Level One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Facto Light"/>
              <a:ea typeface="Facto Light"/>
              <a:cs typeface="Facto Light"/>
              <a:sym typeface="Facto Light"/>
            </a:endParaRPr>
          </a:p>
          <a:p>
            <a:pPr marL="623570" marR="0" lvl="1" indent="-1663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Facto Light"/>
                <a:ea typeface="Facto Light"/>
                <a:cs typeface="Facto Light"/>
                <a:sym typeface="Facto Light"/>
              </a:rPr>
              <a:t>Body Level Two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Facto Light"/>
              <a:ea typeface="Facto Light"/>
              <a:cs typeface="Facto Light"/>
              <a:sym typeface="Facto Light"/>
            </a:endParaRPr>
          </a:p>
          <a:p>
            <a:pPr marL="1068070" marR="0" lvl="2" indent="-15367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Facto Light"/>
                <a:ea typeface="Facto Light"/>
                <a:cs typeface="Facto Light"/>
                <a:sym typeface="Facto Light"/>
              </a:rPr>
              <a:t>Body Level Three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Facto Light"/>
              <a:ea typeface="Facto Light"/>
              <a:cs typeface="Facto Light"/>
              <a:sym typeface="Facto Light"/>
            </a:endParaRPr>
          </a:p>
          <a:p>
            <a:pPr marL="1511300" marR="0" lvl="3" indent="-139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Facto Light"/>
                <a:ea typeface="Facto Light"/>
                <a:cs typeface="Facto Light"/>
                <a:sym typeface="Facto Light"/>
              </a:rPr>
              <a:t>Body Level Four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Facto Light"/>
              <a:ea typeface="Facto Light"/>
              <a:cs typeface="Facto Light"/>
              <a:sym typeface="Facto Light"/>
            </a:endParaRPr>
          </a:p>
          <a:p>
            <a:pPr marL="1965325" marR="0" lvl="4" indent="-136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Facto Light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777779"/>
                </a:solidFill>
                <a:effectLst/>
                <a:uLnTx/>
                <a:uFillTx/>
                <a:latin typeface="Facto Light"/>
                <a:ea typeface="Facto Light"/>
                <a:cs typeface="Facto Light"/>
                <a:sym typeface="Facto Light"/>
              </a:rPr>
              <a:t>Body Level Five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777779"/>
              </a:solidFill>
              <a:effectLst/>
              <a:uLnTx/>
              <a:uFillTx/>
              <a:latin typeface="Facto Light"/>
              <a:ea typeface="Facto Light"/>
              <a:cs typeface="Facto Light"/>
              <a:sym typeface="Facto Light"/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316440" y="1018888"/>
            <a:ext cx="4940145" cy="123968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24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6440" y="2258568"/>
            <a:ext cx="4940145" cy="39884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just">
              <a:buNone/>
              <a:defRPr sz="1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pic>
        <p:nvPicPr>
          <p:cNvPr id="4" name="图像" descr="图像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31457" y="574430"/>
            <a:ext cx="1825943" cy="249238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2"/>
          <p:cNvSpPr>
            <a:spLocks noGrp="1"/>
          </p:cNvSpPr>
          <p:nvPr>
            <p:ph type="title"/>
          </p:nvPr>
        </p:nvSpPr>
        <p:spPr>
          <a:xfrm>
            <a:off x="623777" y="279416"/>
            <a:ext cx="11254043" cy="63976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ileron" panose="000004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3343" y="1804474"/>
            <a:ext cx="5180769" cy="4088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0" i="1">
                <a:solidFill>
                  <a:schemeClr val="tx2">
                    <a:lumMod val="60000"/>
                    <a:lumOff val="40000"/>
                  </a:schemeClr>
                </a:solidFill>
                <a:latin typeface="Facto Light" charset="0"/>
                <a:ea typeface="Facto Light" charset="0"/>
                <a:cs typeface="Facto Light" charset="0"/>
              </a:defRPr>
            </a:lvl1pPr>
          </a:lstStyle>
          <a:p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3343" y="6011593"/>
            <a:ext cx="5180769" cy="592661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>
              <a:buNone/>
              <a:defRPr sz="1335">
                <a:solidFill>
                  <a:srgbClr val="777779"/>
                </a:solidFill>
              </a:defRPr>
            </a:lvl2pPr>
            <a:lvl3pPr marL="914400" indent="0">
              <a:buNone/>
              <a:defRPr sz="1335">
                <a:solidFill>
                  <a:srgbClr val="777779"/>
                </a:solidFill>
              </a:defRPr>
            </a:lvl3pPr>
            <a:lvl4pPr marL="1371600" indent="0">
              <a:buNone/>
              <a:defRPr sz="1335">
                <a:solidFill>
                  <a:srgbClr val="777779"/>
                </a:solidFill>
              </a:defRPr>
            </a:lvl4pPr>
            <a:lvl5pPr marL="1828800" indent="0">
              <a:buNone/>
              <a:defRPr sz="133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cxnSp>
        <p:nvCxnSpPr>
          <p:cNvPr id="3" name="Straight Connector 11"/>
          <p:cNvCxnSpPr/>
          <p:nvPr userDrawn="1"/>
        </p:nvCxnSpPr>
        <p:spPr>
          <a:xfrm>
            <a:off x="595392" y="1532206"/>
            <a:ext cx="110936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>
            <a:lvl1pPr>
              <a:defRPr sz="2200" b="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096000" y="1804474"/>
            <a:ext cx="5180769" cy="4088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0" i="1">
                <a:solidFill>
                  <a:schemeClr val="tx2">
                    <a:lumMod val="60000"/>
                    <a:lumOff val="40000"/>
                  </a:schemeClr>
                </a:solidFill>
                <a:latin typeface="Facto Light" charset="0"/>
                <a:ea typeface="Facto Light" charset="0"/>
                <a:cs typeface="Facto Light" charset="0"/>
              </a:defRPr>
            </a:lvl1pPr>
          </a:lstStyle>
          <a:p>
            <a:endParaRPr lang="en-GB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6011593"/>
            <a:ext cx="5180769" cy="592661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>
              <a:buNone/>
              <a:defRPr sz="1335">
                <a:solidFill>
                  <a:srgbClr val="777779"/>
                </a:solidFill>
              </a:defRPr>
            </a:lvl2pPr>
            <a:lvl3pPr marL="914400" indent="0">
              <a:buNone/>
              <a:defRPr sz="1335">
                <a:solidFill>
                  <a:srgbClr val="777779"/>
                </a:solidFill>
              </a:defRPr>
            </a:lvl3pPr>
            <a:lvl4pPr marL="1371600" indent="0">
              <a:buNone/>
              <a:defRPr sz="1335">
                <a:solidFill>
                  <a:srgbClr val="777779"/>
                </a:solidFill>
              </a:defRPr>
            </a:lvl4pPr>
            <a:lvl5pPr marL="1828800" indent="0">
              <a:buNone/>
              <a:defRPr sz="133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pic>
        <p:nvPicPr>
          <p:cNvPr id="6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343" y="507654"/>
            <a:ext cx="2506329" cy="341989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24608" y="1797638"/>
            <a:ext cx="3472296" cy="41487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0" i="1">
                <a:solidFill>
                  <a:schemeClr val="tx1"/>
                </a:solidFill>
                <a:latin typeface="Facto Light" charset="0"/>
                <a:ea typeface="Facto Light" charset="0"/>
                <a:cs typeface="Facto Light" charset="0"/>
              </a:defRPr>
            </a:lvl1pPr>
          </a:lstStyle>
          <a:p>
            <a:endParaRPr lang="en-GB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4608" y="6055955"/>
            <a:ext cx="3472296" cy="60136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>
              <a:buNone/>
              <a:defRPr sz="1335">
                <a:solidFill>
                  <a:srgbClr val="777779"/>
                </a:solidFill>
              </a:defRPr>
            </a:lvl2pPr>
            <a:lvl3pPr marL="914400" indent="0">
              <a:buNone/>
              <a:defRPr sz="1335">
                <a:solidFill>
                  <a:srgbClr val="777779"/>
                </a:solidFill>
              </a:defRPr>
            </a:lvl3pPr>
            <a:lvl4pPr marL="1371600" indent="0">
              <a:buNone/>
              <a:defRPr sz="1335">
                <a:solidFill>
                  <a:srgbClr val="777779"/>
                </a:solidFill>
              </a:defRPr>
            </a:lvl4pPr>
            <a:lvl5pPr marL="1828800" indent="0">
              <a:buNone/>
              <a:defRPr sz="133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285752" y="1799099"/>
            <a:ext cx="3472296" cy="41487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0" i="1">
                <a:solidFill>
                  <a:schemeClr val="tx1"/>
                </a:solidFill>
                <a:latin typeface="Facto Light" charset="0"/>
                <a:ea typeface="Facto Light" charset="0"/>
                <a:cs typeface="Facto Light" charset="0"/>
              </a:defRPr>
            </a:lvl1pPr>
          </a:lstStyle>
          <a:p>
            <a:endParaRPr lang="en-GB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4285752" y="6057416"/>
            <a:ext cx="3472296" cy="60136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>
              <a:buNone/>
              <a:defRPr sz="1335">
                <a:solidFill>
                  <a:srgbClr val="777779"/>
                </a:solidFill>
              </a:defRPr>
            </a:lvl2pPr>
            <a:lvl3pPr marL="914400" indent="0">
              <a:buNone/>
              <a:defRPr sz="1335">
                <a:solidFill>
                  <a:srgbClr val="777779"/>
                </a:solidFill>
              </a:defRPr>
            </a:lvl3pPr>
            <a:lvl4pPr marL="1371600" indent="0">
              <a:buNone/>
              <a:defRPr sz="1335">
                <a:solidFill>
                  <a:srgbClr val="777779"/>
                </a:solidFill>
              </a:defRPr>
            </a:lvl4pPr>
            <a:lvl5pPr marL="1828800" indent="0">
              <a:buNone/>
              <a:defRPr sz="133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7967504" y="1799099"/>
            <a:ext cx="3472296" cy="41487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 b="0" i="1">
                <a:solidFill>
                  <a:schemeClr val="tx1"/>
                </a:solidFill>
                <a:latin typeface="Facto Light" charset="0"/>
                <a:ea typeface="Facto Light" charset="0"/>
                <a:cs typeface="Facto Light" charset="0"/>
              </a:defRPr>
            </a:lvl1pPr>
          </a:lstStyle>
          <a:p>
            <a:endParaRPr lang="en-GB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7967504" y="6057416"/>
            <a:ext cx="3472296" cy="60136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 algn="just">
              <a:buNone/>
              <a:defRPr sz="12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  <a:lvl2pPr marL="457200" indent="0">
              <a:buNone/>
              <a:defRPr sz="1335">
                <a:solidFill>
                  <a:srgbClr val="777779"/>
                </a:solidFill>
              </a:defRPr>
            </a:lvl2pPr>
            <a:lvl3pPr marL="914400" indent="0">
              <a:buNone/>
              <a:defRPr sz="1335">
                <a:solidFill>
                  <a:srgbClr val="777779"/>
                </a:solidFill>
              </a:defRPr>
            </a:lvl3pPr>
            <a:lvl4pPr marL="1371600" indent="0">
              <a:buNone/>
              <a:defRPr sz="1335">
                <a:solidFill>
                  <a:srgbClr val="777779"/>
                </a:solidFill>
              </a:defRPr>
            </a:lvl4pPr>
            <a:lvl5pPr marL="1828800" indent="0">
              <a:buNone/>
              <a:defRPr sz="1335">
                <a:solidFill>
                  <a:srgbClr val="777779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cxnSp>
        <p:nvCxnSpPr>
          <p:cNvPr id="10" name="Straight Connector 11"/>
          <p:cNvCxnSpPr/>
          <p:nvPr userDrawn="1"/>
        </p:nvCxnSpPr>
        <p:spPr>
          <a:xfrm>
            <a:off x="595392" y="1532206"/>
            <a:ext cx="1109368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>
            <a:lvl1pPr>
              <a:defRPr sz="2200" b="0">
                <a:solidFill>
                  <a:schemeClr val="tx1">
                    <a:lumMod val="75000"/>
                  </a:schemeClr>
                </a:solidFill>
                <a:latin typeface="Aileron" panose="00000400000000000000" pitchFamily="50" charset="0"/>
              </a:defRPr>
            </a:lvl1pPr>
          </a:lstStyle>
          <a:p>
            <a:endParaRPr lang="zh-CN" altLang="en-US" dirty="0">
              <a:latin typeface="Aileron" panose="00000400000000000000" pitchFamily="50" charset="0"/>
            </a:endParaRPr>
          </a:p>
        </p:txBody>
      </p:sp>
      <p:pic>
        <p:nvPicPr>
          <p:cNvPr id="3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343" y="507654"/>
            <a:ext cx="2506329" cy="341989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 userDrawn="1"/>
        </p:nvSpPr>
        <p:spPr>
          <a:xfrm>
            <a:off x="2301940" y="3711265"/>
            <a:ext cx="7588119" cy="74506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  <a:sym typeface="Facto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9pPr>
          </a:lstStyle>
          <a:p>
            <a:r>
              <a:rPr lang="en-US" sz="1800" kern="0" dirty="0"/>
              <a:t>T</a:t>
            </a:r>
            <a:r>
              <a:rPr lang="en-US" altLang="zh-CN" sz="1800" kern="0" dirty="0"/>
              <a:t>hank</a:t>
            </a:r>
            <a:r>
              <a:rPr lang="en-US" sz="1800" kern="0" dirty="0"/>
              <a:t> You!</a:t>
            </a:r>
            <a:endParaRPr lang="en-GB" sz="1800" kern="0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H="1">
            <a:off x="-47850" y="-42420"/>
            <a:ext cx="2121747" cy="2929179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H="1">
            <a:off x="10894705" y="3795863"/>
            <a:ext cx="1345147" cy="3062140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flipH="1">
            <a:off x="9389101" y="4572615"/>
            <a:ext cx="2850753" cy="2285388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 flipH="1">
            <a:off x="490196" y="-42420"/>
            <a:ext cx="1088969" cy="6900420"/>
          </a:xfrm>
          <a:prstGeom prst="line">
            <a:avLst/>
          </a:prstGeom>
          <a:ln w="9525">
            <a:gradFill>
              <a:gsLst>
                <a:gs pos="0">
                  <a:srgbClr val="D5A48F"/>
                </a:gs>
                <a:gs pos="33000">
                  <a:srgbClr val="AE8072"/>
                </a:gs>
                <a:gs pos="76000">
                  <a:srgbClr val="C49A8A"/>
                </a:gs>
                <a:gs pos="100000">
                  <a:srgbClr val="FEE1D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5190" y="2783002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5190" y="2783002"/>
            <a:ext cx="4181620" cy="570583"/>
          </a:xfrm>
          <a:prstGeom prst="rect">
            <a:avLst/>
          </a:prstGeom>
          <a:ln w="12700">
            <a:miter lim="400000"/>
            <a:headEnd/>
            <a:tailEnd/>
          </a:ln>
          <a:effectLst/>
        </p:spPr>
      </p:pic>
      <p:sp>
        <p:nvSpPr>
          <p:cNvPr id="3" name="Title 1"/>
          <p:cNvSpPr txBox="1"/>
          <p:nvPr userDrawn="1"/>
        </p:nvSpPr>
        <p:spPr>
          <a:xfrm>
            <a:off x="2301940" y="3711265"/>
            <a:ext cx="7588119" cy="74506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  <a:sym typeface="Facto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Facto Light"/>
              </a:defRPr>
            </a:lvl9pPr>
          </a:lstStyle>
          <a:p>
            <a:r>
              <a:rPr lang="en-US" sz="1800" kern="0" dirty="0"/>
              <a:t>T</a:t>
            </a:r>
            <a:r>
              <a:rPr lang="en-US" altLang="zh-CN" sz="1800" kern="0" dirty="0"/>
              <a:t>hank</a:t>
            </a:r>
            <a:r>
              <a:rPr lang="en-US" sz="1800" kern="0" dirty="0"/>
              <a:t> You!</a:t>
            </a:r>
            <a:endParaRPr lang="en-GB" sz="1800" kern="0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0" i="0">
                <a:solidFill>
                  <a:schemeClr val="tx2"/>
                </a:solidFill>
                <a:latin typeface="Aileron Light" panose="00000400000000000000" pitchFamily="50" charset="0"/>
                <a:ea typeface="Aileron Light" panose="00000400000000000000" pitchFamily="50" charset="0"/>
                <a:cs typeface="Aileron Light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316438" y="1410623"/>
            <a:ext cx="11561383" cy="47811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lang="en-US" dirty="0"/>
              <a:t>Body Level One</a:t>
            </a:r>
            <a:endParaRPr lang="en-US" dirty="0"/>
          </a:p>
          <a:p>
            <a:pPr lvl="1"/>
            <a:r>
              <a:rPr lang="en-US" dirty="0"/>
              <a:t>Body Level Two</a:t>
            </a:r>
            <a:endParaRPr lang="en-US" dirty="0"/>
          </a:p>
          <a:p>
            <a:pPr lvl="2"/>
            <a:r>
              <a:rPr lang="en-US" dirty="0"/>
              <a:t>Body Level Three</a:t>
            </a:r>
            <a:endParaRPr lang="en-US" dirty="0"/>
          </a:p>
          <a:p>
            <a:pPr lvl="3"/>
            <a:r>
              <a:rPr lang="en-US" dirty="0"/>
              <a:t>Body Level Four</a:t>
            </a:r>
            <a:endParaRPr lang="en-US" dirty="0"/>
          </a:p>
          <a:p>
            <a:pPr lvl="4"/>
            <a:r>
              <a:rPr lang="en-US" dirty="0"/>
              <a:t>Body Level Five</a:t>
            </a:r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0420" y="6397447"/>
            <a:ext cx="2057400" cy="221608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600" b="0" i="0">
                <a:solidFill>
                  <a:schemeClr val="tx1"/>
                </a:solidFill>
                <a:latin typeface="Aileron" panose="00000400000000000000" pitchFamily="50" charset="0"/>
                <a:ea typeface="Aileron" panose="00000400000000000000" pitchFamily="50" charset="0"/>
                <a:cs typeface="Aileron" panose="00000400000000000000" pitchFamily="50" charset="0"/>
              </a:defRPr>
            </a:lvl1pPr>
          </a:lstStyle>
          <a:p>
            <a:fld id="{6B8351F3-4DC4-6541-B90A-6C6E344B49B4}" type="slidenum">
              <a:rPr lang="en-GB" smtClean="0"/>
            </a:fld>
            <a:endParaRPr lang="en-GB" dirty="0"/>
          </a:p>
        </p:txBody>
      </p:sp>
      <p:sp>
        <p:nvSpPr>
          <p:cNvPr id="22" name="Title Placeholder 12"/>
          <p:cNvSpPr>
            <a:spLocks noGrp="1"/>
          </p:cNvSpPr>
          <p:nvPr>
            <p:ph type="title"/>
          </p:nvPr>
        </p:nvSpPr>
        <p:spPr>
          <a:xfrm>
            <a:off x="316438" y="274639"/>
            <a:ext cx="11561383" cy="9937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 spd="med"/>
  <p:hf hd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 Bold" panose="00000400000000000000" pitchFamily="50" charset="0"/>
          <a:ea typeface="+mn-ea"/>
          <a:cs typeface="+mn-cs"/>
          <a:sym typeface="Facto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9pPr>
    </p:titleStyle>
    <p:bodyStyle>
      <a:lvl1pPr marL="180975" marR="0" indent="-180975" algn="l" defTabSz="914400" rtl="0" latinLnBrk="0">
        <a:lnSpc>
          <a:spcPts val="2500"/>
        </a:lnSpc>
        <a:spcBef>
          <a:spcPts val="0"/>
        </a:spcBef>
        <a:spcAft>
          <a:spcPts val="500"/>
        </a:spcAft>
        <a:buClrTx/>
        <a:buSzPct val="100000"/>
        <a:buFont typeface="Facto Light"/>
        <a:buChar char="•"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" panose="00000400000000000000" pitchFamily="50" charset="0"/>
          <a:ea typeface="+mn-ea"/>
          <a:cs typeface="+mn-cs"/>
          <a:sym typeface="Facto Light"/>
        </a:defRPr>
      </a:lvl1pPr>
      <a:lvl2pPr marL="623570" marR="0" indent="-166370" algn="l" defTabSz="914400" rtl="0" latinLnBrk="0">
        <a:lnSpc>
          <a:spcPts val="2500"/>
        </a:lnSpc>
        <a:spcBef>
          <a:spcPts val="0"/>
        </a:spcBef>
        <a:spcAft>
          <a:spcPts val="500"/>
        </a:spcAft>
        <a:buClrTx/>
        <a:buSzPct val="100000"/>
        <a:buFont typeface="Facto Light"/>
        <a:buChar char="•"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" panose="00000400000000000000" pitchFamily="50" charset="0"/>
          <a:ea typeface="+mn-ea"/>
          <a:cs typeface="+mn-cs"/>
          <a:sym typeface="Facto Light"/>
        </a:defRPr>
      </a:lvl2pPr>
      <a:lvl3pPr marL="1068070" marR="0" indent="-153670" algn="l" defTabSz="914400" rtl="0" latinLnBrk="0">
        <a:lnSpc>
          <a:spcPts val="2500"/>
        </a:lnSpc>
        <a:spcBef>
          <a:spcPts val="0"/>
        </a:spcBef>
        <a:spcAft>
          <a:spcPts val="500"/>
        </a:spcAft>
        <a:buClrTx/>
        <a:buSzPct val="100000"/>
        <a:buFont typeface="Facto Light"/>
        <a:buChar char="•"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" panose="00000400000000000000" pitchFamily="50" charset="0"/>
          <a:ea typeface="+mn-ea"/>
          <a:cs typeface="+mn-cs"/>
          <a:sym typeface="Facto Light"/>
        </a:defRPr>
      </a:lvl3pPr>
      <a:lvl4pPr marL="1511300" marR="0" indent="-139700" algn="l" defTabSz="914400" rtl="0" latinLnBrk="0">
        <a:lnSpc>
          <a:spcPts val="2500"/>
        </a:lnSpc>
        <a:spcBef>
          <a:spcPts val="0"/>
        </a:spcBef>
        <a:spcAft>
          <a:spcPts val="500"/>
        </a:spcAft>
        <a:buClrTx/>
        <a:buSzPct val="100000"/>
        <a:buFont typeface="Facto Light"/>
        <a:buChar char="•"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" panose="00000400000000000000" pitchFamily="50" charset="0"/>
          <a:ea typeface="+mn-ea"/>
          <a:cs typeface="+mn-cs"/>
          <a:sym typeface="Facto Light"/>
        </a:defRPr>
      </a:lvl4pPr>
      <a:lvl5pPr marL="1965325" marR="0" indent="-136525" algn="l" defTabSz="914400" rtl="0" latinLnBrk="0">
        <a:lnSpc>
          <a:spcPts val="2500"/>
        </a:lnSpc>
        <a:spcBef>
          <a:spcPts val="0"/>
        </a:spcBef>
        <a:spcAft>
          <a:spcPts val="500"/>
        </a:spcAft>
        <a:buClrTx/>
        <a:buSzPct val="100000"/>
        <a:buFont typeface="Facto Light"/>
        <a:buChar char="•"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Aileron" panose="00000400000000000000" pitchFamily="50" charset="0"/>
          <a:ea typeface="+mn-ea"/>
          <a:cs typeface="+mn-cs"/>
          <a:sym typeface="Facto Light"/>
        </a:defRPr>
      </a:lvl5pPr>
      <a:lvl6pPr marL="25400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acto Light"/>
        <a:buChar char="•"/>
        <a:defRPr sz="2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6pPr>
      <a:lvl7pPr marL="29972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acto Light"/>
        <a:buChar char="•"/>
        <a:defRPr sz="2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7pPr>
      <a:lvl8pPr marL="34544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acto Light"/>
        <a:buChar char="•"/>
        <a:defRPr sz="2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8pPr>
      <a:lvl9pPr marL="3911600" marR="0" indent="-254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acto Light"/>
        <a:buChar char="•"/>
        <a:defRPr sz="20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Facto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Fact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AuxIoT Smart Audio proposal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EE Spec.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3250" y="1489710"/>
            <a:ext cx="9568180" cy="5046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alibri" panose="020F0502020204030204" pitchFamily="34" charset="0"/>
              </a:rPr>
              <a:t>Key Specifications:</a:t>
            </a:r>
            <a:endParaRPr lang="en-US" altLang="zh-CN" sz="1400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2.4G Wi-Fi 6&amp;BT5.4&amp;SOC combo module:ESP32-S31-WROOM-3-N16R16V(16MB Flash+16MB PSRAM)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alibri" panose="020F0502020204030204" pitchFamily="34" charset="0"/>
                <a:sym typeface="+mn-ea"/>
              </a:rPr>
              <a:t>Tips:Espressif recommends the ESP32-S31, which is expected to enter mass production around October 2026</a:t>
            </a:r>
            <a:endParaRPr lang="en-US" altLang="zh-CN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LCD driver Espressif ESP32-P4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8.88 inch TFT LCD without touch, 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Active area:57.72(H) ×218.88(V) mm,resolution:480xRGBx1920( </a:t>
            </a:r>
            <a:r>
              <a:rPr lang="en-US" altLang="zh-CN" sz="1400" b="1" dirty="0">
                <a:latin typeface="Calibri" panose="020F0502020204030204" pitchFamily="34" charset="0"/>
                <a:sym typeface="+mn-ea"/>
              </a:rPr>
              <a:t>please provide UI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)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Quectel EG916Q-GL LTE Cat 1 bis Module, with eSim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atin typeface="Calibri" panose="020F0502020204030204" pitchFamily="34" charset="0"/>
              </a:rPr>
              <a:t>inputs &amp; outputs</a:t>
            </a:r>
            <a:endParaRPr lang="en-US" altLang="zh-CN" sz="1400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Wi-Fi &amp;Bluetooth connection(internal RF antenna)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LTE 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Cat 1 connection(internal RF antenna)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1x 3.5mm Jack for line out( Max. 1Vrms)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1x USB C for 30W PD power charging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1x eSIM 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1x 16GB SD card inside(No external SD card slot should be exposed on the product enclosure.)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1x 3.5mm jack for mic input, 1x 6.35mm jack for mic input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Built in 2S1P 21700 Battery pack,7.4V/5000mAh battery with gas gauge(At 50% screen brightness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, estimated play time is about 10H in LTE mode)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atin typeface="Calibri" panose="020F0502020204030204" pitchFamily="34" charset="0"/>
              </a:rPr>
              <a:t>User interface</a:t>
            </a:r>
            <a:endParaRPr lang="en-US" altLang="zh-CN" sz="1400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1x RGB for Status indication( 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 A non-blinking indication )</a:t>
            </a:r>
            <a:r>
              <a:rPr lang="en-US" altLang="zh-CN" sz="1400" dirty="0">
                <a:latin typeface="Calibri" panose="020F0502020204030204" pitchFamily="34" charset="0"/>
              </a:rPr>
              <a:t> 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5x buttons for power, menu/mode , V+,V-,Mic on/off( no support wake up)</a:t>
            </a:r>
            <a:endParaRPr lang="en-US" altLang="zh-CN" sz="1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sym typeface="+mn-ea"/>
              </a:rPr>
              <a:t>Shunno will handle the </a:t>
            </a:r>
            <a:r>
              <a:rPr lang="en-US" altLang="zh-CN" sz="1400" dirty="0">
                <a:solidFill>
                  <a:srgbClr val="FF0000"/>
                </a:solidFill>
                <a:latin typeface="Calibri" panose="020F0502020204030204" pitchFamily="34" charset="0"/>
              </a:rPr>
              <a:t>app control and cloud.</a:t>
            </a:r>
            <a:endParaRPr lang="en-US" altLang="zh-CN" sz="1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b="1" dirty="0">
                <a:latin typeface="Calibri" panose="020F0502020204030204" pitchFamily="34" charset="0"/>
              </a:rPr>
              <a:t>Accessories</a:t>
            </a:r>
            <a:endParaRPr lang="en-US" altLang="zh-CN" sz="1400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1x USB C to USB C cable, Black, length=2000mm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Calibri" panose="020F0502020204030204" pitchFamily="34" charset="0"/>
              </a:rPr>
              <a:t>1x 30W PD AC adapter with EU plug</a:t>
            </a:r>
            <a:endParaRPr lang="en-US" altLang="zh-CN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Block diagram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3" name="图片 2" descr="AuxIoT Smart Audio Block Diagram Rev5.0 20260813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607185"/>
            <a:ext cx="7948930" cy="52508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8.8 inch solution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3250" y="1489710"/>
            <a:ext cx="309880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8.8 inch TFT LCD without touch: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Active area:57.72(H) ×218.88(V) mm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resolution:480xRGBx1920</a:t>
            </a:r>
            <a:endParaRPr lang="en-US" altLang="zh-CN" sz="1400" dirty="0">
              <a:latin typeface="Calibri" panose="020F050202020403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400" dirty="0">
                <a:latin typeface="Calibri" panose="020F0502020204030204" pitchFamily="34" charset="0"/>
              </a:rPr>
              <a:t>interface: 2-lane MIPI or 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4</a:t>
            </a:r>
            <a:r>
              <a:rPr lang="en-US" altLang="zh-CN" sz="1400" dirty="0">
                <a:latin typeface="Calibri" panose="020F0502020204030204" pitchFamily="34" charset="0"/>
                <a:sym typeface="+mn-ea"/>
              </a:rPr>
              <a:t>-lane MIPI </a:t>
            </a:r>
            <a:endParaRPr lang="en-US" altLang="zh-CN" sz="1400" dirty="0">
              <a:latin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510" y="1422400"/>
            <a:ext cx="6694805" cy="4440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ME Spec.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790575" y="2594610"/>
            <a:ext cx="5595620" cy="25152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645" y="2075180"/>
            <a:ext cx="5564505" cy="37534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94995" y="5888355"/>
            <a:ext cx="579120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285750" marR="0" indent="-285750" algn="l" defTabSz="914400" rtl="0" fontAlgn="auto" latinLnBrk="0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ID dimension</a:t>
            </a: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cs typeface="+mn-cs"/>
                <a:sym typeface="Facto Light"/>
              </a:rPr>
              <a:t>：W10inch*D8inch*H3.17inch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cs typeface="+mn-cs"/>
              <a:sym typeface="Facto Light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3343" y="849643"/>
            <a:ext cx="10798827" cy="6397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ME Spec.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05" y="2924810"/>
            <a:ext cx="4981575" cy="20580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735" y="2924810"/>
            <a:ext cx="5000625" cy="20580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0054" y="2140437"/>
            <a:ext cx="2078355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top cover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C:black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M:ABS+PC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F:paint spraying, silk-screen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70604" y="5044927"/>
            <a:ext cx="1231265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bottom cover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C:black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M:ABS+PC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F:paint spraying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56980" y="1972945"/>
            <a:ext cx="870585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button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C:black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M:TPU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F:texture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72269" y="4857602"/>
            <a:ext cx="782320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foot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C:black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M:rubber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F:NA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26089" y="1972797"/>
            <a:ext cx="1076325" cy="9518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display panel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C:transparent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  <a:sym typeface="Facto Light"/>
              </a:rPr>
              <a:t>M:glass</a:t>
            </a:r>
            <a:endParaRPr lang="en-US" altLang="zh-CN" sz="1400" dirty="0">
              <a:latin typeface="Calibri" panose="020F0502020204030204" pitchFamily="34" charset="0"/>
              <a:sym typeface="Facto Light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 dirty="0">
                <a:latin typeface="Calibri" panose="020F0502020204030204" pitchFamily="34" charset="0"/>
                <a:ea typeface="+mn-ea"/>
                <a:cs typeface="+mn-cs"/>
                <a:sym typeface="Facto Light"/>
              </a:rPr>
              <a:t>F:silk-screen</a:t>
            </a:r>
            <a:endParaRPr kumimoji="0" lang="en-US" altLang="zh-CN" sz="1400" b="0" i="0" u="none" strike="noStrike" cap="none" spc="0" normalizeH="0" baseline="0" dirty="0">
              <a:latin typeface="Calibri" panose="020F0502020204030204" pitchFamily="34" charset="0"/>
              <a:ea typeface="+mn-ea"/>
              <a:cs typeface="+mn-cs"/>
              <a:sym typeface="Facto Light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393190" y="3100070"/>
            <a:ext cx="303530" cy="565785"/>
          </a:xfrm>
          <a:prstGeom prst="straightConnector1">
            <a:avLst/>
          </a:prstGeom>
          <a:noFill/>
          <a:ln w="12700" cap="flat">
            <a:solidFill>
              <a:srgbClr val="002060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直接箭头连接符 10"/>
          <p:cNvCxnSpPr/>
          <p:nvPr/>
        </p:nvCxnSpPr>
        <p:spPr>
          <a:xfrm flipH="1">
            <a:off x="4787265" y="2924810"/>
            <a:ext cx="56515" cy="508635"/>
          </a:xfrm>
          <a:prstGeom prst="straightConnector1">
            <a:avLst/>
          </a:prstGeom>
          <a:noFill/>
          <a:ln w="12700" cap="flat">
            <a:solidFill>
              <a:srgbClr val="002060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2837815" y="4857750"/>
            <a:ext cx="334645" cy="183515"/>
          </a:xfrm>
          <a:prstGeom prst="straightConnector1">
            <a:avLst/>
          </a:prstGeom>
          <a:noFill/>
          <a:ln w="12700" cap="flat">
            <a:solidFill>
              <a:srgbClr val="002060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10170795" y="4857750"/>
            <a:ext cx="293370" cy="282575"/>
          </a:xfrm>
          <a:prstGeom prst="straightConnector1">
            <a:avLst/>
          </a:prstGeom>
          <a:noFill/>
          <a:ln w="12700" cap="flat">
            <a:solidFill>
              <a:srgbClr val="002060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直接箭头连接符 14"/>
          <p:cNvCxnSpPr/>
          <p:nvPr/>
        </p:nvCxnSpPr>
        <p:spPr>
          <a:xfrm flipH="1">
            <a:off x="9010015" y="2924810"/>
            <a:ext cx="48260" cy="457835"/>
          </a:xfrm>
          <a:prstGeom prst="straightConnector1">
            <a:avLst/>
          </a:prstGeom>
          <a:noFill/>
          <a:ln w="12700" cap="flat">
            <a:solidFill>
              <a:srgbClr val="002060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TAwY2Y1MzBhM2Q3ZjVlMjNjYzRlYmNhMjkxOGNhNjMifQ=="/>
</p:tagLst>
</file>

<file path=ppt/theme/theme1.xml><?xml version="1.0" encoding="utf-8"?>
<a:theme xmlns:a="http://schemas.openxmlformats.org/drawingml/2006/main" name="1_Office Theme">
  <a:themeElements>
    <a:clrScheme name="BYTON PPT - White Template 2018 - DARK">
      <a:dk1>
        <a:srgbClr val="75787B"/>
      </a:dk1>
      <a:lt1>
        <a:srgbClr val="FFFFFF"/>
      </a:lt1>
      <a:dk2>
        <a:srgbClr val="A7A8AA"/>
      </a:dk2>
      <a:lt2>
        <a:srgbClr val="C8C8C6"/>
      </a:lt2>
      <a:accent1>
        <a:srgbClr val="DEC9A4"/>
      </a:accent1>
      <a:accent2>
        <a:srgbClr val="C1C4A7"/>
      </a:accent2>
      <a:accent3>
        <a:srgbClr val="A7C5C8"/>
      </a:accent3>
      <a:accent4>
        <a:srgbClr val="004850"/>
      </a:accent4>
      <a:accent5>
        <a:srgbClr val="5B7362"/>
      </a:accent5>
      <a:accent6>
        <a:srgbClr val="447879"/>
      </a:accent6>
      <a:hlink>
        <a:srgbClr val="FFFFFF"/>
      </a:hlink>
      <a:folHlink>
        <a:srgbClr val="F6F6F6"/>
      </a:folHlink>
    </a:clrScheme>
    <a:fontScheme name="Byton">
      <a:majorFont>
        <a:latin typeface="Facto Light"/>
        <a:ea typeface=""/>
        <a:cs typeface=""/>
      </a:majorFont>
      <a:minorFont>
        <a:latin typeface="Fac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3735"/>
            </a:solidFill>
            <a:effectLst/>
            <a:uFillTx/>
            <a:latin typeface="+mn-lt"/>
            <a:ea typeface="+mn-ea"/>
            <a:cs typeface="+mn-cs"/>
            <a:sym typeface="Fact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3735"/>
            </a:solidFill>
            <a:effectLst/>
            <a:uFillTx/>
            <a:latin typeface="+mn-lt"/>
            <a:ea typeface="+mn-ea"/>
            <a:cs typeface="+mn-cs"/>
            <a:sym typeface="Fact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WPS 演示</Application>
  <PresentationFormat>宽屏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Facto Light</vt:lpstr>
      <vt:lpstr>IDAutomationC39XS</vt:lpstr>
      <vt:lpstr>Aileron</vt:lpstr>
      <vt:lpstr>Aileron Bold</vt:lpstr>
      <vt:lpstr>Facto</vt:lpstr>
      <vt:lpstr>Aileron Light</vt:lpstr>
      <vt:lpstr>Facto</vt:lpstr>
      <vt:lpstr>Facto Light</vt:lpstr>
      <vt:lpstr>Calibri</vt:lpstr>
      <vt:lpstr>微软雅黑</vt:lpstr>
      <vt:lpstr>Arial Unicode MS</vt:lpstr>
      <vt:lpstr>等线</vt:lpstr>
      <vt:lpstr>1_Office Theme</vt:lpstr>
      <vt:lpstr>AuxIoT Smart Audio proposal</vt:lpstr>
      <vt:lpstr>EE Spec.</vt:lpstr>
      <vt:lpstr>Block diagram</vt:lpstr>
      <vt:lpstr>8.8 inch solution</vt:lpstr>
      <vt:lpstr>ME Spec.</vt:lpstr>
      <vt:lpstr>ME Spec.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HANSONG_PPT_Template_White_Print</dc:title>
  <dc:creator>HANSONG</dc:creator>
  <cp:lastModifiedBy>WPS_1754114396</cp:lastModifiedBy>
  <cp:revision>321</cp:revision>
  <cp:lastPrinted>2024-09-03T06:03:00Z</cp:lastPrinted>
  <dcterms:created xsi:type="dcterms:W3CDTF">2024-08-28T12:48:00Z</dcterms:created>
  <dcterms:modified xsi:type="dcterms:W3CDTF">2026-08-13T03:01:53Z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0x010100308527F6F9BC8C41B4EE6F30020DA0A6</vt:lpwstr>
  </property>
  <property fmtid="{D5CDD505-2E9C-101B-9397-08002B2CF9AE}" pid="3" name="ICV">
    <vt:lpwstr>5DA1646260A51B800611CF662611CAC6_42</vt:lpwstr>
  </property>
  <property fmtid="{D5CDD505-2E9C-101B-9397-08002B2CF9AE}" pid="4" name="KSOProductBuildVer">
    <vt:lpwstr>2052-12.1.0.28043</vt:lpwstr>
  </property>
</Properties>
</file>